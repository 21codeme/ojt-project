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693400" cy="7556500"/>
  <p:notesSz cx="6858000" cy="9144000"/>
  <p:embeddedFontLst>
    <p:embeddedFont>
      <p:font typeface="Great Vibes" charset="1" panose="02000507080000020002"/>
      <p:regular r:id="rId7"/>
    </p:embeddedFont>
    <p:embeddedFont>
      <p:font typeface="Norwester" charset="1" panose="00000506000000000000"/>
      <p:regular r:id="rId8"/>
    </p:embeddedFont>
    <p:embeddedFont>
      <p:font typeface="Noto Serif" charset="1" panose="02020600060500020200"/>
      <p:regular r:id="rId9"/>
    </p:embeddedFont>
    <p:embeddedFont>
      <p:font typeface="Noto Serif Bold" charset="1" panose="0202080006050002020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544" t="-2141" r="-4544" b="-214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45781" y="314678"/>
            <a:ext cx="9800439" cy="6930644"/>
            <a:chOff x="0" y="0"/>
            <a:chExt cx="3512256" cy="2483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512256" cy="2483786"/>
            </a:xfrm>
            <a:custGeom>
              <a:avLst/>
              <a:gdLst/>
              <a:ahLst/>
              <a:cxnLst/>
              <a:rect r="r" b="b" t="t" l="l"/>
              <a:pathLst>
                <a:path h="2483786" w="3512256">
                  <a:moveTo>
                    <a:pt x="0" y="0"/>
                  </a:moveTo>
                  <a:lnTo>
                    <a:pt x="3512256" y="0"/>
                  </a:lnTo>
                  <a:lnTo>
                    <a:pt x="3512256" y="2483786"/>
                  </a:lnTo>
                  <a:lnTo>
                    <a:pt x="0" y="2483786"/>
                  </a:lnTo>
                  <a:close/>
                </a:path>
              </a:pathLst>
            </a:custGeom>
            <a:ln w="9525" cap="sq">
              <a:gradFill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3533CD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512256" cy="25218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02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82204" y="473839"/>
            <a:ext cx="9527592" cy="6612323"/>
            <a:chOff x="0" y="0"/>
            <a:chExt cx="3414474" cy="23697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14474" cy="2369707"/>
            </a:xfrm>
            <a:custGeom>
              <a:avLst/>
              <a:gdLst/>
              <a:ahLst/>
              <a:cxnLst/>
              <a:rect r="r" b="b" t="t" l="l"/>
              <a:pathLst>
                <a:path h="2369707" w="3414474">
                  <a:moveTo>
                    <a:pt x="0" y="0"/>
                  </a:moveTo>
                  <a:lnTo>
                    <a:pt x="3414474" y="0"/>
                  </a:lnTo>
                  <a:lnTo>
                    <a:pt x="3414474" y="2369707"/>
                  </a:lnTo>
                  <a:lnTo>
                    <a:pt x="0" y="2369707"/>
                  </a:lnTo>
                  <a:close/>
                </a:path>
              </a:pathLst>
            </a:custGeom>
            <a:ln w="28575" cap="sq">
              <a:gradFill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3533CD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414474" cy="24078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02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-3240468" y="3583719"/>
            <a:ext cx="10711315" cy="5180381"/>
          </a:xfrm>
          <a:custGeom>
            <a:avLst/>
            <a:gdLst/>
            <a:ahLst/>
            <a:cxnLst/>
            <a:rect r="r" b="b" t="t" l="l"/>
            <a:pathLst>
              <a:path h="5180381" w="10711315">
                <a:moveTo>
                  <a:pt x="10711315" y="0"/>
                </a:moveTo>
                <a:lnTo>
                  <a:pt x="0" y="0"/>
                </a:lnTo>
                <a:lnTo>
                  <a:pt x="0" y="5180381"/>
                </a:lnTo>
                <a:lnTo>
                  <a:pt x="10711315" y="5180381"/>
                </a:lnTo>
                <a:lnTo>
                  <a:pt x="1071131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-10800000">
            <a:off x="2709326" y="-1226878"/>
            <a:ext cx="10711315" cy="5180381"/>
          </a:xfrm>
          <a:custGeom>
            <a:avLst/>
            <a:gdLst/>
            <a:ahLst/>
            <a:cxnLst/>
            <a:rect r="r" b="b" t="t" l="l"/>
            <a:pathLst>
              <a:path h="5180381" w="10711315">
                <a:moveTo>
                  <a:pt x="10711315" y="0"/>
                </a:moveTo>
                <a:lnTo>
                  <a:pt x="0" y="0"/>
                </a:lnTo>
                <a:lnTo>
                  <a:pt x="0" y="5180382"/>
                </a:lnTo>
                <a:lnTo>
                  <a:pt x="10711315" y="5180382"/>
                </a:lnTo>
                <a:lnTo>
                  <a:pt x="1071131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1" id="11"/>
          <p:cNvSpPr/>
          <p:nvPr/>
        </p:nvSpPr>
        <p:spPr>
          <a:xfrm rot="-25039">
            <a:off x="2746727" y="3953751"/>
            <a:ext cx="5198545" cy="0"/>
          </a:xfrm>
          <a:prstGeom prst="line">
            <a:avLst/>
          </a:prstGeom>
          <a:ln cap="flat" w="38100">
            <a:gradFill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2627017" y="3297186"/>
            <a:ext cx="5437966" cy="870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1"/>
              </a:lnSpc>
              <a:spcBef>
                <a:spcPct val="0"/>
              </a:spcBef>
            </a:pPr>
            <a:r>
              <a:rPr lang="en-US" sz="5108" spc="-102">
                <a:solidFill>
                  <a:srgbClr val="0E477D"/>
                </a:solidFill>
                <a:latin typeface="Great Vibes"/>
                <a:ea typeface="Great Vibes"/>
                <a:cs typeface="Great Vibes"/>
                <a:sym typeface="Great Vibes"/>
              </a:rPr>
              <a:t>Rick Andrei E. Arconada</a:t>
            </a:r>
          </a:p>
        </p:txBody>
      </p:sp>
      <p:sp>
        <p:nvSpPr>
          <p:cNvPr name="AutoShape 13" id="13"/>
          <p:cNvSpPr/>
          <p:nvPr/>
        </p:nvSpPr>
        <p:spPr>
          <a:xfrm rot="0">
            <a:off x="2024058" y="5765050"/>
            <a:ext cx="1767686" cy="0"/>
          </a:xfrm>
          <a:prstGeom prst="line">
            <a:avLst/>
          </a:prstGeom>
          <a:ln cap="flat" w="38100">
            <a:gradFill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rot="0">
            <a:off x="6836563" y="5765050"/>
            <a:ext cx="1767686" cy="0"/>
          </a:xfrm>
          <a:prstGeom prst="line">
            <a:avLst/>
          </a:prstGeom>
          <a:ln cap="flat" w="38100">
            <a:gradFill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2024058" y="1470355"/>
            <a:ext cx="6643883" cy="771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56"/>
              </a:lnSpc>
              <a:spcBef>
                <a:spcPct val="0"/>
              </a:spcBef>
            </a:pPr>
            <a:r>
              <a:rPr lang="en-US" sz="4540">
                <a:solidFill>
                  <a:srgbClr val="0E477D"/>
                </a:solidFill>
                <a:latin typeface="Norwester"/>
                <a:ea typeface="Norwester"/>
                <a:cs typeface="Norwester"/>
                <a:sym typeface="Norwester"/>
              </a:rPr>
              <a:t>Certificate of Completion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365415" y="2508178"/>
            <a:ext cx="3961171" cy="326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68"/>
              </a:lnSpc>
              <a:spcBef>
                <a:spcPct val="0"/>
              </a:spcBef>
            </a:pPr>
            <a:r>
              <a:rPr lang="en-US" sz="1905" spc="41" u="none">
                <a:solidFill>
                  <a:srgbClr val="0E477D"/>
                </a:solidFill>
                <a:latin typeface="Noto Serif"/>
                <a:ea typeface="Noto Serif"/>
                <a:cs typeface="Noto Serif"/>
                <a:sym typeface="Noto Serif"/>
              </a:rPr>
              <a:t>This is presented to 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627017" y="4052600"/>
            <a:ext cx="5437966" cy="1138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22"/>
              </a:lnSpc>
              <a:spcBef>
                <a:spcPct val="0"/>
              </a:spcBef>
            </a:pPr>
            <a:r>
              <a:rPr lang="en-US" sz="1659" spc="36">
                <a:solidFill>
                  <a:srgbClr val="0E477D"/>
                </a:solidFill>
                <a:latin typeface="Noto Serif"/>
                <a:ea typeface="Noto Serif"/>
                <a:cs typeface="Noto Serif"/>
                <a:sym typeface="Noto Serif"/>
              </a:rPr>
              <a:t>This certificate is awarded for the successful completion of six hundred </a:t>
            </a:r>
            <a:r>
              <a:rPr lang="en-US" b="true" sz="1659" spc="36">
                <a:solidFill>
                  <a:srgbClr val="0E477D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(600) hours of On-the-Job Training</a:t>
            </a:r>
            <a:r>
              <a:rPr lang="en-US" sz="1659" spc="36">
                <a:solidFill>
                  <a:srgbClr val="0E477D"/>
                </a:solidFill>
                <a:latin typeface="Noto Serif"/>
                <a:ea typeface="Noto Serif"/>
                <a:cs typeface="Noto Serif"/>
                <a:sym typeface="Noto Serif"/>
              </a:rPr>
              <a:t> at the Occidental Mindoro State College – Computer Laboratory, Main Campus.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79938" y="5818611"/>
            <a:ext cx="2455927" cy="355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1"/>
              </a:lnSpc>
              <a:spcBef>
                <a:spcPct val="0"/>
              </a:spcBef>
            </a:pPr>
            <a:r>
              <a:rPr lang="en-US" sz="2136">
                <a:solidFill>
                  <a:srgbClr val="0E477D"/>
                </a:solidFill>
                <a:latin typeface="Norwester"/>
                <a:ea typeface="Norwester"/>
                <a:cs typeface="Norwester"/>
                <a:sym typeface="Norwester"/>
              </a:rPr>
              <a:t>JOVEN T. CRUZ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432554" y="5818611"/>
            <a:ext cx="2575705" cy="355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1"/>
              </a:lnSpc>
              <a:spcBef>
                <a:spcPct val="0"/>
              </a:spcBef>
            </a:pPr>
            <a:r>
              <a:rPr lang="en-US" sz="2136">
                <a:solidFill>
                  <a:srgbClr val="0E477D"/>
                </a:solidFill>
                <a:latin typeface="Norwester"/>
                <a:ea typeface="Norwester"/>
                <a:cs typeface="Norwester"/>
                <a:sym typeface="Norwester"/>
              </a:rPr>
              <a:t>JOSELITO D. AGUID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024058" y="6154860"/>
            <a:ext cx="1767686" cy="407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7"/>
              </a:lnSpc>
              <a:spcBef>
                <a:spcPct val="0"/>
              </a:spcBef>
            </a:pPr>
            <a:r>
              <a:rPr lang="en-US" sz="1219">
                <a:solidFill>
                  <a:srgbClr val="0E477D"/>
                </a:solidFill>
                <a:latin typeface="Noto Serif"/>
                <a:ea typeface="Noto Serif"/>
                <a:cs typeface="Noto Serif"/>
                <a:sym typeface="Noto Serif"/>
              </a:rPr>
              <a:t>Computer Laboratory Custodian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432554" y="6154860"/>
            <a:ext cx="2575705" cy="19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7"/>
              </a:lnSpc>
              <a:spcBef>
                <a:spcPct val="0"/>
              </a:spcBef>
            </a:pPr>
            <a:r>
              <a:rPr lang="en-US" sz="1219">
                <a:solidFill>
                  <a:srgbClr val="0E477D"/>
                </a:solidFill>
                <a:latin typeface="Noto Serif"/>
                <a:ea typeface="Noto Serif"/>
                <a:cs typeface="Noto Serif"/>
                <a:sym typeface="Noto Serif"/>
              </a:rPr>
              <a:t>Director for Instruction, CAST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507237" y="5229661"/>
            <a:ext cx="5437966" cy="281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2"/>
              </a:lnSpc>
              <a:spcBef>
                <a:spcPct val="0"/>
              </a:spcBef>
            </a:pPr>
            <a:r>
              <a:rPr lang="en-US" sz="1659" spc="36">
                <a:solidFill>
                  <a:srgbClr val="0E477D"/>
                </a:solidFill>
                <a:latin typeface="Noto Serif"/>
                <a:ea typeface="Noto Serif"/>
                <a:cs typeface="Noto Serif"/>
                <a:sym typeface="Noto Serif"/>
              </a:rPr>
              <a:t>Given this </a:t>
            </a:r>
            <a:r>
              <a:rPr lang="en-US" b="true" sz="1659" spc="36">
                <a:solidFill>
                  <a:srgbClr val="0E477D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23</a:t>
            </a:r>
            <a:r>
              <a:rPr lang="en-US" b="true" sz="1659" spc="36">
                <a:solidFill>
                  <a:srgbClr val="0E477D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rd</a:t>
            </a:r>
            <a:r>
              <a:rPr lang="en-US" sz="1659" spc="36">
                <a:solidFill>
                  <a:srgbClr val="0E477D"/>
                </a:solidFill>
                <a:latin typeface="Noto Serif"/>
                <a:ea typeface="Noto Serif"/>
                <a:cs typeface="Noto Serif"/>
                <a:sym typeface="Noto Serif"/>
              </a:rPr>
              <a:t> day of </a:t>
            </a:r>
            <a:r>
              <a:rPr lang="en-US" b="true" sz="1659" spc="36">
                <a:solidFill>
                  <a:srgbClr val="0E477D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January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DAG_NEyi3_s</dc:identifier>
  <dcterms:modified xsi:type="dcterms:W3CDTF">2011-08-01T06:04:30Z</dcterms:modified>
  <cp:revision>1</cp:revision>
  <dc:title>OJT CERTIFICATE</dc:title>
</cp:coreProperties>
</file>